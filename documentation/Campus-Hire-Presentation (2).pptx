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Campus-Hire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2004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Internship &amp; Placement Portal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36776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6776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Express.js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3512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70248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Node.js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86984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6984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MERN stack web portal connecting students, recruiters, and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administrators on a single campus.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365760"/>
            <a:ext cx="2560320" cy="256032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2011680"/>
            <a:ext cx="1645920" cy="164592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41F2E"/>
          </a:solidFill>
          <a:ln w="12700">
            <a:solidFill>
              <a:srgbClr val="041F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931920"/>
            <a:ext cx="9144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41648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41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041648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74B9FF"/>
                </a:solidFill>
              </a:rPr>
              <a:t>🌐  https://campus-hire-1.onrender.com</a:t>
            </a:r>
            <a:pPr indent="0" marL="0">
              <a:buNone/>
            </a:pPr>
            <a:r>
              <a:rPr lang="en-US" sz="1300" dirty="0">
                <a:solidFill>
                  <a:srgbClr val="4A7FA5"/>
                </a:solidFill>
              </a:rPr>
              <a:t>        </a:t>
            </a:r>
            <a:pPr indent="0" marL="0">
              <a:buNone/>
            </a:pPr>
            <a:r>
              <a:rPr lang="en-US" sz="1300" b="1" u="sng" dirty="0">
                <a:solidFill>
                  <a:srgbClr val="74B9FF"/>
                </a:solidFill>
              </a:rPr>
              <a:t>⌥  https://github.com/Adityasingh194/campus_hire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434840"/>
            <a:ext cx="8503920" cy="0"/>
          </a:xfrm>
          <a:prstGeom prst="line">
            <a:avLst/>
          </a:prstGeom>
          <a:noFill/>
          <a:ln w="9525">
            <a:solidFill>
              <a:srgbClr val="1A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Aditya Kumar Singh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Aditya Vikram Chaudhary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23JE0056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Agrawal Dhruv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23JE0060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Allimalli Teja Venkata Durga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23JE0077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65A8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Placement processes managed over email and spreadsheets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single platform connecting students, recruiters, and TPO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real-time visibility into application status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Company approvals handled manually with no audit trail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Students have no way to track where their applications stand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00584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65A82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005840"/>
            <a:ext cx="42976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005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55448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Single web portal for all three roles on one campus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JWT-secured role-based dashboards per user type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Real-time application tracking with status updates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Admin-controlled company approval workflow</a:t>
            </a:r>
            <a:endParaRPr lang="en-US" sz="12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Deployed on Render with MongoDB Atlas cloud database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F"/>
                </a:solidFill>
              </a:rPr>
              <a:t>Each role has a dedicated dashboard and RBAC-enforced API access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3566160"/>
          </a:xfrm>
          <a:prstGeom prst="rect">
            <a:avLst/>
          </a:prstGeom>
          <a:solidFill>
            <a:srgbClr val="0D3D5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1874520"/>
            <a:ext cx="640080" cy="640080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apply to jobs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status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 &amp; resume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resume (5 MB)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43200" cy="3566160"/>
          </a:xfrm>
          <a:prstGeom prst="rect">
            <a:avLst/>
          </a:prstGeom>
          <a:solidFill>
            <a:srgbClr val="0D3D5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RECRUITER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874520"/>
            <a:ext cx="640080" cy="64008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company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 openings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shortlist applicants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Recharts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3566160"/>
          </a:xfrm>
          <a:prstGeom prst="rect">
            <a:avLst/>
          </a:prstGeom>
          <a:solidFill>
            <a:srgbClr val="0D3D57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(TPO)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rgbClr val="E8A838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companies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users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applications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statistics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All routes protected by verifyToken middleware + role guard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65A8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React 18 + Vite SPA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React Router v7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Tailwind CSS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Axios + Recharts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Render Static Site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65A82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5156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Node.js + Express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057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JWT Middleware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Multer · Morgan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CORS · dotenv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32461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Render Web Service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65A82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MongoDB Atlas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057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Mongoose ODM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bcryptjs · JWT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4 Collections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2461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AWS ap-south-1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71800" y="2697480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ysDot"/>
          </a:ln>
        </p:spPr>
      </p:sp>
      <p:sp>
        <p:nvSpPr>
          <p:cNvPr id="26" name="Text 24"/>
          <p:cNvSpPr/>
          <p:nvPr/>
        </p:nvSpPr>
        <p:spPr>
          <a:xfrm>
            <a:off x="256032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HTTPS + JWT Bearer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0" y="2697480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ysDot"/>
          </a:ln>
        </p:spPr>
      </p:sp>
      <p:sp>
        <p:nvSpPr>
          <p:cNvPr id="28" name="Text 26"/>
          <p:cNvSpPr/>
          <p:nvPr/>
        </p:nvSpPr>
        <p:spPr>
          <a:xfrm>
            <a:off x="553212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MongoDB Driver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079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F"/>
                </a:solidFill>
              </a:rPr>
              <a:t>REQUEST PIPELINE  →  Morgan → CORS → JSON Parser → Router /api → verifyToken → Role Guard → Controller → errorHandler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F"/>
                </a:solidFill>
              </a:rPr>
              <a:t>4 MongoDB collections — ObjectId references shown as arrows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name, email (unique)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password (hashed)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role[]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companyId →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profile.*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companies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name, description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industry, website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registeredBy →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isApproved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(default: false)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title, description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company →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type, skills[]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openings, deadline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isActive, postedBy 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201168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student →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job →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status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(Applied|Shortlisted</a:t>
            </a:r>
            <a:endParaRPr lang="en-US" sz="1050" dirty="0"/>
          </a:p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|Rejected)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94560" y="242316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2221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companyId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43400" y="214884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947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registeredBy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92240" y="228600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084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company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Key Constraints: </a:t>
            </a:r>
            <a:pPr indent="0" marL="0">
              <a:buNone/>
            </a:pPr>
            <a:r>
              <a:rPr lang="en-US" sz="1100" dirty="0">
                <a:solidFill>
                  <a:srgbClr val="A8D8EF"/>
                </a:solidFill>
              </a:rPr>
              <a:t>email unique + indexed  ·  password never in API response  ·  isApproved defaults false  ·  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compound unique index on (student + job)</a:t>
            </a:r>
            <a:pPr indent="0" marL="0">
              <a:buNone/>
            </a:pPr>
            <a:r>
              <a:rPr lang="en-US" sz="1100" dirty="0">
                <a:solidFill>
                  <a:srgbClr val="A8D8EF"/>
                </a:solidFill>
              </a:rPr>
              <a:t> prevents duplicate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REST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247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33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JWT 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289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5"/>
                </a:solidFill>
              </a:rPr>
              <a:t>bcryptjs hashing · 7-day token · verifyToken on every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55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RBAC Enforcement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11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5"/>
                </a:solidFill>
              </a:rPr>
              <a:t>3 roles · 403 on wrong-role · ProtectedRoute on 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Company Approval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5"/>
                </a:solidFill>
              </a:rPr>
              <a:t>isApproved workflow · recruiter blocked until admin approves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Job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5"/>
                </a:solidFill>
              </a:rPr>
              <a:t>Post · browse · filter by type/company · deadline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Application 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5"/>
                </a:solidFill>
              </a:rPr>
              <a:t>Apply once · duplicate check → 400 · track status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33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Resume Upload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5"/>
                </a:solidFill>
              </a:rPr>
              <a:t>Multer PDF upload · stored /uploads · 5 MB limit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1605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005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 API ENDPOINTS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417320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1481328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4813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6636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/api/auth/register|login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Public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1764792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1828800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8288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66360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/api/student/jobs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1764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Student JWT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112264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176272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166360" y="21122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/api/student/apply/:id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35240" y="2112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Student JWT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2459736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2523744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5237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6636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/api/student/applications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35240" y="24597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Student JWT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2807208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2871216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28712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66360" y="2807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/api/recruiter/company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35240" y="28072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0" y="3154680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3218688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16636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/api/recruiter/jobs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0" y="3502152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3566160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3566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166360" y="3502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/api/recruiter/jobs/:id/applicants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35240" y="35021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0" y="3849624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0" y="3913632"/>
            <a:ext cx="530352" cy="219456"/>
          </a:xfrm>
          <a:prstGeom prst="rect">
            <a:avLst/>
          </a:prstGeom>
          <a:solidFill>
            <a:srgbClr val="E8A83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39136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PATCH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166360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/api/recruiter/applications/:id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35240" y="38496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72000" y="4197096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0" y="4261104"/>
            <a:ext cx="530352" cy="219456"/>
          </a:xfrm>
          <a:prstGeom prst="rect">
            <a:avLst/>
          </a:prstGeom>
          <a:solidFill>
            <a:srgbClr val="E8A83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0" y="426110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PATCH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166360" y="4197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/api/admin/companies/:id/approve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635240" y="41970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Admin JWT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000" y="4544568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0" y="4608576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0" y="4608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166360" y="4544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/api/admin/stats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635240" y="4544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Admin JWT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F"/>
                </a:solidFill>
              </a:rPr>
              <a:t>Every technology chosen to minimise complexity for a 4-week build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React 18 + Vite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React Router v7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Axios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Recharts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1188720"/>
            <a:ext cx="19659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8775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Node.js 18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8775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8775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Mongoose 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8775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bcryptjs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8775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jsonwebtoken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196596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 &amp; 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659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MongoDB Atlas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3659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Render (PaaS)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3659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Multer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3659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Morgan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3659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dotenv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12280" y="1188720"/>
            <a:ext cx="1965960" cy="365760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41" name="Text 39"/>
          <p:cNvSpPr/>
          <p:nvPr/>
        </p:nvSpPr>
        <p:spPr>
          <a:xfrm>
            <a:off x="681228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 TOOLS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8543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Postman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8543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8543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Git + GitHub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8543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8543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Vite HMR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543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8543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seed.js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8543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8"/>
                </a:solidFill>
              </a:rPr>
              <a:t>npm workspaces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Why MERN?  </a:t>
            </a:r>
            <a:pPr indent="0" marL="0">
              <a:buNone/>
            </a:pPr>
            <a:r>
              <a:rPr lang="en-US" sz="1100" dirty="0">
                <a:solidFill>
                  <a:srgbClr val="A8D8EF"/>
                </a:solidFill>
              </a:rPr>
              <a:t>Single language (JS) end-to-end · Atlas free tier · Render free hosting · Vite fast dev server · No SQL migrations needed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Level 0 &amp; Level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5"/>
                </a:solidFill>
              </a:rPr>
              <a:t>LEVEL 0 —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887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1188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RECRUITER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1188720" cy="50292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219456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FFD93D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2137"/>
                </a:solidFill>
              </a:rPr>
              <a:t>CAMPUS-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2137"/>
                </a:solidFill>
              </a:rPr>
              <a:t>HIRE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2137"/>
                </a:solidFill>
              </a:rPr>
              <a:t>SYSTEM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54480" y="1618488"/>
            <a:ext cx="228600" cy="8046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5"/>
                </a:solidFill>
              </a:rPr>
              <a:t>profile/resume/apply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554480" y="2852928"/>
            <a:ext cx="228600" cy="-1554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688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5"/>
                </a:solidFill>
              </a:rPr>
              <a:t>jobs/shortlist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54480" y="4096512"/>
            <a:ext cx="228600" cy="-124358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931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5"/>
                </a:solidFill>
              </a:rPr>
              <a:t>approve/queries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5"/>
                </a:solidFill>
              </a:rPr>
              <a:t>LEVEL 1 — Sub-Processes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1325880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D9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1325880"/>
            <a:ext cx="411480" cy="80467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13258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15968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Authenticate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15968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D1: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325880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325880"/>
            <a:ext cx="411480" cy="8046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3258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39128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Student Profile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39128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D1: users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350008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2350008"/>
            <a:ext cx="411480" cy="8046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235000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15968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Company Approval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15968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D2: companies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350008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74B9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2350008"/>
            <a:ext cx="411480" cy="804672"/>
          </a:xfrm>
          <a:prstGeom prst="rect">
            <a:avLst/>
          </a:prstGeom>
          <a:solidFill>
            <a:srgbClr val="74B9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235000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39128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Job Management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39128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D3: jobs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3374136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A29B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3374136"/>
            <a:ext cx="411480" cy="804672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0" y="337413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315968" y="3447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15968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D4: applications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374136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3374136"/>
            <a:ext cx="411480" cy="8046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337413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39128" y="3447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Reports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39128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5"/>
                </a:solidFill>
              </a:rPr>
              <a:t>D1–D4 read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&amp; Deployment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Postman — each controller individually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375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7FA5"/>
                </a:solidFill>
              </a:rPr>
              <a:t>Week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5740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Chain: register → login → apply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7FA5"/>
                </a:solidFill>
              </a:rPr>
              <a:t>Week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06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System E2E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Browser walkthrough all 3 dashboards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7FA5"/>
                </a:solidFill>
              </a:rPr>
              <a:t>Week 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4612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29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JWT bypass · wrong-role · no password leak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7FA5"/>
                </a:solidFill>
              </a:rPr>
              <a:t>Week 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4048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794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Smoke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Live Render URLs before demo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7FA5"/>
                </a:solidFill>
              </a:rPr>
              <a:t>Deploy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 ARCHITECTURE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137160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1527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Backend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1645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Render Web Service · Node.js 18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96596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212140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2011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Frontend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2240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Render Static Site · Vite /dist build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56032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2715768"/>
            <a:ext cx="219456" cy="219456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Database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2834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MongoDB Atlas M0 · AWS ap-south-1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15468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3310128"/>
            <a:ext cx="219456" cy="219456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9BFE"/>
                </a:solidFill>
              </a:rPr>
              <a:t>Auth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20640" y="34290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JWT HS256 · 7-day expiry · Bearer header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74904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3904488"/>
            <a:ext cx="219456" cy="21945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Secrets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AF8"/>
                </a:solidFill>
              </a:rPr>
              <a:t>All in Render env vars — never hard-coded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MERN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5"/>
                </a:solidFill>
              </a:rPr>
              <a:t>MongoDB · Express · React · Node.js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5"/>
                </a:solidFill>
              </a:rPr>
              <a:t>Student · Recruiter · Admin (TPO)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960120"/>
            <a:ext cx="265176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838"/>
                </a:solidFill>
              </a:rPr>
              <a:t>16+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8076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Routes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5"/>
                </a:solidFill>
              </a:rPr>
              <a:t>REST endpoints across 4 controllers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A29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468880"/>
            <a:ext cx="2651760" cy="73152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29BFE"/>
                </a:solidFill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004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DB Collections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5"/>
                </a:solidFill>
              </a:rPr>
              <a:t>users · companies · jobs · applications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468880"/>
            <a:ext cx="265176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</a:rPr>
              <a:t>JWT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20040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5"/>
                </a:solidFill>
              </a:rPr>
              <a:t>bcryptjs · HS256 · 7-day expiry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0760" y="246888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74B9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468880"/>
            <a:ext cx="2651760" cy="73152"/>
          </a:xfrm>
          <a:prstGeom prst="rect">
            <a:avLst/>
          </a:prstGeom>
          <a:solidFill>
            <a:srgbClr val="74B9FF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4B9FF"/>
                </a:solidFill>
              </a:rPr>
              <a:t>Render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08076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5"/>
                </a:solidFill>
              </a:rPr>
              <a:t>Static Site + Web Service + Atlas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8795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Out of Scope (v1): </a:t>
            </a:r>
            <a:pPr indent="0" marL="0">
              <a:buNone/>
            </a:pPr>
            <a:r>
              <a:rPr lang="en-US" sz="1100" dirty="0">
                <a:solidFill>
                  <a:srgbClr val="A8D8EF"/>
                </a:solidFill>
              </a:rPr>
              <a:t>Email notifications · Mobile app · OAuth/SSO · AI ranking · Multi-campus</a:t>
            </a:r>
            <a:pPr indent="0" marL="0">
              <a:buNone/>
            </a:pPr>
            <a:r>
              <a:rPr lang="en-US" sz="1100" dirty="0">
                <a:solidFill>
                  <a:srgbClr val="4A7FA5"/>
                </a:solidFill>
              </a:rPr>
              <a:t>    |    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v2 Planned: </a:t>
            </a:r>
            <a:pPr indent="0" marL="0">
              <a:buNone/>
            </a:pPr>
            <a:r>
              <a:rPr lang="en-US" sz="1100" dirty="0">
                <a:solidFill>
                  <a:srgbClr val="A8D8EF"/>
                </a:solidFill>
              </a:rPr>
              <a:t>AWS S3 resume storage · Jest unit tests · Recruiter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Campus-Hire — Campus Placement Portal</dc:title>
  <dc:subject>PptxGenJS Presentation</dc:subject>
  <dc:creator>Campus-Hire</dc:creator>
  <cp:lastModifiedBy>Campus-Hire</cp:lastModifiedBy>
  <cp:revision>1</cp:revision>
  <dcterms:created xsi:type="dcterms:W3CDTF">2026-04-22T17:34:47Z</dcterms:created>
  <dcterms:modified xsi:type="dcterms:W3CDTF">2026-04-22T17:34:47Z</dcterms:modified>
</cp:coreProperties>
</file>